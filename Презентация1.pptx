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722" autoAdjust="0"/>
  </p:normalViewPr>
  <p:slideViewPr>
    <p:cSldViewPr>
      <p:cViewPr varScale="1">
        <p:scale>
          <a:sx n="88" d="100"/>
          <a:sy n="88" d="100"/>
        </p:scale>
        <p:origin x="-106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38197A7-4C84-41D2-AD02-458162846671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42456DAC-4183-4F93-AEAA-A853CEC38D19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17734"/>
    </mc:Choice>
    <mc:Fallback>
      <p:transition spd="slow" advTm="17734"/>
    </mc:Fallback>
  </mc:AlternateConten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wav"/><Relationship Id="rId1" Type="http://schemas.microsoft.com/office/2007/relationships/media" Target="../media/media10.wav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Тема: Введение в компьютерную графику</a:t>
            </a:r>
          </a:p>
          <a:p>
            <a:r>
              <a:rPr lang="ru-RU" b="1" dirty="0"/>
              <a:t>Цель – </a:t>
            </a:r>
            <a:r>
              <a:rPr lang="ru-RU" dirty="0"/>
              <a:t>изучить основные задачи и их определения, историю развития, виды КГ.</a:t>
            </a:r>
            <a:endParaRPr lang="ru-RU" b="1" dirty="0"/>
          </a:p>
          <a:p>
            <a:endParaRPr lang="ru-RU" dirty="0"/>
          </a:p>
        </p:txBody>
      </p:sp>
      <p:pic>
        <p:nvPicPr>
          <p:cNvPr id="1026" name="Picture 2" descr="F:\farabi &amp; Эркин элект book\images\mi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30882"/>
            <a:ext cx="4476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Звук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82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772816"/>
            <a:ext cx="8229600" cy="452596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40000" lnSpcReduction="20000"/>
          </a:bodyPr>
          <a:lstStyle/>
          <a:p>
            <a:r>
              <a:rPr lang="ru-RU" sz="3400" b="1" dirty="0"/>
              <a:t>Определение и основные задачи компьютерной графики</a:t>
            </a:r>
          </a:p>
          <a:p>
            <a:r>
              <a:rPr lang="ru-RU" sz="3400" dirty="0"/>
              <a:t>При обработке информации, связанной с изображением на мониторе, принято выделять три основных направления: распознавание образов, обработку изображений и машинную графику.</a:t>
            </a:r>
          </a:p>
          <a:p>
            <a:r>
              <a:rPr lang="ru-RU" sz="3400" dirty="0"/>
              <a:t>Основная задача распознавания образов состоит в преобразовании уже имеющегося изображения на формально понятный язык символов. </a:t>
            </a:r>
            <a:r>
              <a:rPr lang="ru-RU" sz="3400" b="1" dirty="0"/>
              <a:t>Распознавание образов или система технического зрения (</a:t>
            </a:r>
            <a:r>
              <a:rPr lang="en-US" sz="3400" b="1" dirty="0"/>
              <a:t>COMPUTER VISION</a:t>
            </a:r>
            <a:r>
              <a:rPr lang="ru-RU" sz="3400" b="1" dirty="0"/>
              <a:t>)</a:t>
            </a:r>
            <a:r>
              <a:rPr lang="ru-RU" sz="3400" dirty="0"/>
              <a:t> – это совокупность методов, позволяющих получить описание изображения, поданного на вход, либо отнести заданное изображение к некоторому классу (так поступают, например, при сортировке почты). Одной из задач </a:t>
            </a:r>
            <a:r>
              <a:rPr lang="en-US" sz="3400" dirty="0"/>
              <a:t>COMPUTER VISION</a:t>
            </a:r>
            <a:r>
              <a:rPr lang="ru-RU" sz="3400" dirty="0"/>
              <a:t> является так называемая </a:t>
            </a:r>
            <a:r>
              <a:rPr lang="ru-RU" sz="3400" dirty="0" err="1"/>
              <a:t>скелетизация</a:t>
            </a:r>
            <a:r>
              <a:rPr lang="ru-RU" sz="3400" dirty="0"/>
              <a:t> объектов, при которой восстанавливается некая основа объекта, его «скелет».</a:t>
            </a:r>
          </a:p>
          <a:p>
            <a:r>
              <a:rPr lang="en-US" sz="3400" b="1" dirty="0" err="1"/>
              <a:t>Обработка</a:t>
            </a:r>
            <a:r>
              <a:rPr lang="en-US" sz="3400" b="1" dirty="0"/>
              <a:t> </a:t>
            </a:r>
            <a:r>
              <a:rPr lang="en-US" sz="3400" b="1" dirty="0" err="1"/>
              <a:t>изображений</a:t>
            </a:r>
            <a:r>
              <a:rPr lang="en-US" sz="3400" b="1" dirty="0"/>
              <a:t> (IMAGE PROCESSING)</a:t>
            </a:r>
            <a:r>
              <a:rPr lang="en-US" sz="3400" dirty="0"/>
              <a:t> </a:t>
            </a:r>
            <a:r>
              <a:rPr lang="en-US" sz="3400" dirty="0" err="1"/>
              <a:t>рассматривает</a:t>
            </a:r>
            <a:r>
              <a:rPr lang="en-US" sz="3400" dirty="0"/>
              <a:t> </a:t>
            </a:r>
            <a:r>
              <a:rPr lang="en-US" sz="3400" dirty="0" err="1"/>
              <a:t>задачи</a:t>
            </a:r>
            <a:r>
              <a:rPr lang="en-US" sz="3400" dirty="0"/>
              <a:t> в </a:t>
            </a:r>
            <a:r>
              <a:rPr lang="en-US" sz="3400" dirty="0" err="1"/>
              <a:t>которых</a:t>
            </a:r>
            <a:r>
              <a:rPr lang="en-US" sz="3400" dirty="0"/>
              <a:t> и </a:t>
            </a:r>
            <a:r>
              <a:rPr lang="en-US" sz="3400" dirty="0" err="1"/>
              <a:t>входные</a:t>
            </a:r>
            <a:r>
              <a:rPr lang="en-US" sz="3400" dirty="0"/>
              <a:t> и </a:t>
            </a:r>
            <a:r>
              <a:rPr lang="en-US" sz="3400" dirty="0" err="1"/>
              <a:t>выходные</a:t>
            </a:r>
            <a:r>
              <a:rPr lang="en-US" sz="3400" dirty="0"/>
              <a:t> </a:t>
            </a:r>
            <a:r>
              <a:rPr lang="en-US" sz="3400" dirty="0" err="1"/>
              <a:t>данные</a:t>
            </a:r>
            <a:r>
              <a:rPr lang="en-US" sz="3400" dirty="0"/>
              <a:t> </a:t>
            </a:r>
            <a:r>
              <a:rPr lang="en-US" sz="3400" dirty="0" err="1"/>
              <a:t>являются</a:t>
            </a:r>
            <a:r>
              <a:rPr lang="en-US" sz="3400" dirty="0"/>
              <a:t> </a:t>
            </a:r>
            <a:r>
              <a:rPr lang="en-US" sz="3400" dirty="0" err="1"/>
              <a:t>изображениями</a:t>
            </a:r>
            <a:r>
              <a:rPr lang="en-US" sz="3400" dirty="0"/>
              <a:t>. </a:t>
            </a:r>
            <a:r>
              <a:rPr lang="ru-RU" sz="3400" dirty="0"/>
              <a:t>Например, передача изображения с устранением шумов и сжатием данных, переход от одного вида изображения к другому (от цветного к черно–белому) и т.д. Таким образом, под обработкой изображений понимают деятельность над изображениями (преобразование изображений). Задачей обработки изображений может быть как улучшение в зависимости от определенного критерия (реставрация, восстановление), так и специальное преобразование, кардинально изменяющее изображения. </a:t>
            </a:r>
          </a:p>
          <a:p>
            <a:r>
              <a:rPr lang="ru-RU" sz="3400" dirty="0"/>
              <a:t>При обработке изображений существует следующие группы задач: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0800000" flipV="1">
            <a:off x="611560" y="1700808"/>
            <a:ext cx="6984776" cy="40575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Рассматриваемые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вопросы:</a:t>
            </a:r>
            <a:b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и основные задачи компьютерной графики.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 применения компьютерной графики.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развития компьютерной графики.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компьютерной графики.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5" name="Звук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35431"/>
      </p:ext>
    </p:extLst>
  </p:cSld>
  <p:clrMapOvr>
    <a:masterClrMapping/>
  </p:clrMapOvr>
  <p:transition spd="slow" advTm="17734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5616" y="836712"/>
            <a:ext cx="6984775" cy="4187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Звук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10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 advTm="17734">
        <p14:glitter pattern="hexagon"/>
      </p:transition>
    </mc:Choice>
    <mc:Fallback>
      <p:transition spd="slow" advTm="177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4725144"/>
            <a:ext cx="8435280" cy="1329011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графика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наука, предметом изучения которой является создание, хранение и обработка моделей и их изображений с помощью ЭВМ, т.е. это раздел информатики, который занимается проблемами получения различных изображений (рисунков, чертежей, мультипликации) на компьютере. 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62474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</a:t>
            </a:r>
            <a:r>
              <a:rPr lang="ru-RU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(машинная) графика (</a:t>
            </a:r>
            <a:r>
              <a:rPr lang="en-US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</a:t>
            </a:r>
            <a:r>
              <a:rPr lang="ru-RU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воспроизводит изображение в случае, когда исходной является информация неизобразительной природы. Например, визуализация экспериментальных данных в виде графиков, гистограмм или диаграмм, вывод информации на экран компьютерных игр, синтез сцен на тренажерах.</a:t>
            </a:r>
            <a:br>
              <a:rPr lang="ru-RU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графика в настоящее время сформировалась как наука об аппаратном и программном обеспечении для разнообразных изображений от простых чертежей до реалистичных образов естественных объектов. Компьютерная графика используется почти во всех научных и инженерных дисциплинах для наглядности и восприятия, передачи информации. Применяется в медицине, рекламном бизнесе, индустрии развлечений и т. д. Без компьютерной графики не обходится ни одна современная программа. Работа над графикой занимает до 90% рабочего времени программистских коллективов, выпускающих программы массового применения.</a:t>
            </a:r>
            <a:br>
              <a:rPr lang="ru-RU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Конечным продуктом компьютерной графики является изображение. Это изображение может использоваться в различных сферах, например, оно может быть техническим чертежом, иллюстрацией с изображением детали в руководстве по эксплуатации, простой диаграммой, архитектурным видом предполагаемой конструкции или проектным заданием, рекламной иллюстрацией или кадром </a:t>
            </a:r>
            <a:r>
              <a:rPr lang="ru-RU" sz="16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lang="ru-RU" sz="16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мультфильма</a:t>
            </a:r>
            <a:r>
              <a:rPr lang="ru-RU" sz="1600" dirty="0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t>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Звук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14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7734">
        <p14:shred/>
      </p:transition>
    </mc:Choice>
    <mc:Fallback>
      <p:transition spd="slow" advTm="177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492896"/>
            <a:ext cx="8219256" cy="388843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Интерактивная компьютерная графика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так же использование компьютеров для подготовки и воспроизведения изображений, но при этом пользователь имеет возможность оперативно вносить изменения в изображение непосредственно в процессе его воспроизведения, т.е. предполагается возможность работы с графикой в режиме диалога в реальном масштабе времени.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Интерактивная графика представляет собой важный раздел компьютерной графики, когда пользователь имеет возможность динамически управлять содержимым изображения, его формой, размером и цветом на поверхности дисплея с помощью интерактивных устройств управления.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Исторически первыми интерактивными системами считаются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автоматизированного проектирования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САПР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которые появились в 60-х годах. Они представляют собой значительный этап в эволюции компьютеров и программного обеспечения. В системе интерактивной компьютерной графики пользователь воспринимает на дисплее изображение, представляющее некоторый сложный объект, и может вносить изменения в описание (модель) объекта. Такими изменениями могут быть как ввод и редактирование отдельных элементов, так и задание числовых значений для любых параметров, а также иные операции по вводу информации на основе восприятия изо­бражений.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08912" cy="185821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компьютерной графикой обычно понимают автоматизацию процессов подготовки, преобразования, хранения и воспроизведения графической информации с помощью компьютера. Под графической информацией понимаются модели объектов и их изображения. </a:t>
            </a:r>
            <a:b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случае, если пользователь может управлять характеристиками объектов, то говорят об </a:t>
            </a:r>
            <a:r>
              <a:rPr lang="en-US" sz="16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интерактивной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компьютерной графике, т.е. способность компь­ютерной системы создавать графику и вести диалог с человеком. 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настоящее время почти любую программу можно считать системой </a:t>
            </a:r>
            <a:r>
              <a:rPr lang="ru-RU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интер­активной</a:t>
            </a:r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компьютерной графики.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Звук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16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Tm="17734">
        <p14:vortex dir="r"/>
      </p:transition>
    </mc:Choice>
    <mc:Fallback>
      <p:transition spd="slow" advTm="177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7869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 </a:t>
            </a:r>
            <a:r>
              <a:rPr lang="ru-RU" sz="18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 компьютерной (машинной) графики</a:t>
            </a:r>
            <a:br>
              <a:rPr lang="ru-RU" sz="18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графика насчитывает в своем развитии не более десятка лет, а ее коммерческим приложениям – и того меньше. </a:t>
            </a:r>
            <a:r>
              <a:rPr lang="ru-RU" sz="1800" b="1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Андриес</a:t>
            </a:r>
            <a:r>
              <a:rPr lang="ru-RU" sz="18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ван</a:t>
            </a:r>
            <a:r>
              <a:rPr lang="ru-RU" sz="18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Дам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считается одним из отцов компьютерной графики, а его книги – фундаментальными учебниками по всему спектру технологий, положенных в основу машинной графики. Также в этой области известен </a:t>
            </a:r>
            <a:r>
              <a:rPr lang="ru-RU" sz="1800" b="1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Айвэн</a:t>
            </a:r>
            <a:r>
              <a:rPr lang="ru-RU" sz="18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Сазерленд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чья докторская диссертация явилась теоретической основой машинной графики. </a:t>
            </a:r>
            <a:b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 недавнего времени экспериментирование по использованию возможностей интерактивной машинной графики было привилегией лишь небольшому количеству специалистов, в основном ученые и инженеры, занимающиеся вопросами автоматизации проектирования, анализа данных и математического моделирования. Теперь же исследование реальных и воображаемых миров через «призму» компьютеров стало доступно гораздо более широкому кругу людей. </a:t>
            </a:r>
            <a:b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Такое изменение ситуации обусловлено несколькими причинами. Прежде всего, в результате резкого улучшения соотношения стоимость / производительность для некоторых компонент аппаратуры компьютеров. Кроме того, стандартное программное обеспечение высокого уровня для графики стало широкодоступным, что упрощает написание новых прикладных программ, переносимых с </a:t>
            </a:r>
            <a:r>
              <a:rPr lang="ru-RU" sz="18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компьютеров</a:t>
            </a:r>
            <a:r>
              <a:rPr lang="en-US" sz="18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одного типа на другие</a:t>
            </a:r>
            <a:r>
              <a:rPr lang="ru-RU" sz="1800" dirty="0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Следующая причина обусловлена влиянием, которое дисплеи оказывают на </a:t>
            </a:r>
            <a:r>
              <a:rPr lang="ru-RU" sz="18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интерфейса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средства общения между человеком и машиной, – обеспечивая максимальные удобства для пользователя. Новые, удобные для пользователя системы построены в основном на подходе </a:t>
            </a:r>
            <a:r>
              <a:rPr lang="ru-RU" sz="18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WYSIWYG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(аббревиатура от английского выражения «</a:t>
            </a:r>
            <a:r>
              <a:rPr lang="ru-RU" sz="18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– «</a:t>
            </a:r>
            <a:r>
              <a:rPr lang="ru-RU" sz="1800" u="sng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видите, то и имеете</a:t>
            </a:r>
            <a:r>
              <a:rPr lang="ru-RU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»), в соответствии с которым изображение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экране должно быть как можно более похожим на то, которое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результате печатается.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Звук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42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>
        <p14:ferris dir="l"/>
      </p:transition>
    </mc:Choice>
    <mc:Fallback>
      <p:transition spd="slow" advTm="177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91264" cy="6034682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 </a:t>
            </a:r>
            <a:r>
              <a:rPr lang="ru-RU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применения компьютерной графики</a:t>
            </a:r>
            <a:br>
              <a:rPr lang="ru-RU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применения компьютерной графики не ограничивается одними художественными эффектами. Во всех отраслях науки, техники, медицины, в коммерческой и управленческой деятельности используются построенные с помощью компьютера схемы, графики, диаграммы, предназначенные для наглядного отображения разнообразной информации. Конструкторы, разрабатывая новые модели автомобилей и самолетов, используют трехмерные графические объекты, чтобы представить окончательный вид изделия. Архитекторы создают на экране монитора объемное изображение здания, и это позволяет им увидеть, как оно впишется в ландшафт.</a:t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Можно рассмотреть следующие области применения компьютерной графики.</a:t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графика</a:t>
            </a: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Первые компьютеры использовались лишь для решения научных и производственных задач. Чтобы лучше понять полученные результаты, производили их графическую обработку, строили графики, диаграммы, чертежи рассчитанных конструкций. Первые графики на машине получали в режиме символьной печати. Затем появились специальные устройства – графопостроители (плоттеры) для вычерчивания чертежей и графиков чернильным пером на бумаге. Современная научная компьютерная графика дает возможность проводить вычислительные эксперименты с наглядным представлением их результатов.</a:t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Деловая графика</a:t>
            </a: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Деловая графика – область компьютерной графики, предназначенная для наглядного представления различных показателей работы учреждений. Плановые показатели, отчетная документация, статистические сводки – вот объекты, для которых с помощью деловой графики создаются иллюстративные материалы. Программные средства деловой графики включаются в состав электронных таблиц. </a:t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Конструкторская графика</a:t>
            </a: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Конструкторская графика используется в работе инженеров–конструкторов, архитекторов, изобретателей новой техники. Этот вид компьютерной графики является обязательным элементом САПР (систем автоматизации проектирования). Средствами конструкторской графики можно получать как плоские изображения (проекции, сечения), так и пространственные трехмерные изображения. </a:t>
            </a:r>
            <a:r>
              <a:rPr lang="ru-RU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ru-RU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ru-RU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Звук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17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7734">
        <p14:conveyor dir="l"/>
      </p:transition>
    </mc:Choice>
    <mc:Fallback>
      <p:transition spd="slow" advTm="177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50706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Иллюстративная </a:t>
            </a:r>
            <a:r>
              <a:rPr lang="ru-RU" sz="13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</a:t>
            </a: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Иллюстративная графика – это произвольное рисование и черчение на экране компьютера. Пакеты иллюстративной графики относятся к прикладному программному обеспечению общего назначения. Простейшие программные средства иллюстративной графики называются графическими редакторами.</a:t>
            </a:r>
            <a:b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3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Художественная </a:t>
            </a:r>
            <a:r>
              <a:rPr lang="ru-RU" sz="13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рекламная графика</a:t>
            </a: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Художественная и рекламная графика – ставшая популярной во многом благодаря телевидению. С помощью компьютера создаются рекламные ролики, мультфильмы, компьютерные игры, </a:t>
            </a:r>
            <a:r>
              <a:rPr lang="ru-RU" sz="13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видеоуроки</a:t>
            </a: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3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видеопрезентации</a:t>
            </a: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Графические пакеты для этих целей требуют больших ресурсов компьютера по быстродействию и памяти. Отличительной особенностью этих графических пакетов является возможность создания реалистических изображений и "движущихся картинок". Получение рисунков трехмерных объектов, их повороты, приближения, удаления, деформации связано с большим объемом вычислений. Передача освещенности объекта в зависимости от положения источника света, от расположения теней, от фактуры поверхности, требует расчетов, учитывающих законы оптики. </a:t>
            </a:r>
            <a:b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Одним из первых известных фильмов был фильм «Звездные войны». Он был создан с помощью суперкомпьютера </a:t>
            </a:r>
            <a:r>
              <a:rPr lang="ru-RU" sz="13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Сгау</a:t>
            </a: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Этапы дальнейшего развития компьютерного кинематографа можно проследить по таким фильмам, как «Терминатор-2», «Вавилон 5», и др. До недавнего времени технологии компьютерной графики использовались для спецэффектов, создания изображений экзотических чудовищ, имитации стихийных бедствий и других элементов, которые являлись лишь фоном для игры живых актеров. В 2001 году вышел на экраны полнометражный кинофильм «Финальная фантазия», в котором все, включая изображения людей, синтезировано компьютером – живые актеры только озвучили роли за кадром.</a:t>
            </a:r>
            <a:b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3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</a:t>
            </a:r>
            <a:r>
              <a:rPr lang="ru-RU" sz="13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анимация</a:t>
            </a: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анимация – это получение движущихся изображений на экране дисплее. Художник создает на экране рисунке начального и конечного положения движущихся объектов, все промежуточные состояния рассчитывает и изображает компьютер, выполняя расчеты, опирающиеся на математическое описание данного вида движения. Полученные рисунки, выводимые последовательно на экран с определенной частотой, создают иллюзию движения. Мультимедиа – это объединение высококачественного изображения на экране компьютера со звуковым сопровождением. Наибольшее распространение системы мультимедиа получили в области обучения, рекламы, развлечений.</a:t>
            </a:r>
            <a:b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3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 </a:t>
            </a:r>
            <a:r>
              <a:rPr lang="ru-RU" sz="13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Интернета</a:t>
            </a: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 глобальной сети Интернет привело к тому, что компьютерная графика стала занимать важное место в ней. Все больше совершенствуются способы передачи визуальной информации, разрабатываются более совершенные графические форматы, ощутимо желание использовать трехмерную графику, анимацию, весь спектр мультимедиа.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Звук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42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34">
        <p14:prism isContent="1"/>
      </p:transition>
    </mc:Choice>
    <mc:Fallback>
      <p:transition spd="slow" advTm="177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78698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lang="ru-RU" sz="16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Виды </a:t>
            </a:r>
            <a:r>
              <a:rPr lang="ru-RU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компьютерной графики</a:t>
            </a: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1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Различают </a:t>
            </a: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 вида компьютерной графики. Это растровая графика, векторная графика и фрактальная графика. Они отличаются принципами формирования изображения при отображении на экране монитора или при печати на бумаге.</a:t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16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Растровый </a:t>
            </a:r>
            <a:r>
              <a:rPr lang="ru-RU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</a:t>
            </a: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изображение представляется в виде набора окрашенных точек. </a:t>
            </a:r>
            <a:r>
              <a:rPr lang="en-US" sz="1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1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Растровую </a:t>
            </a: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графику применяют при разработке электронных (мультимедийных) и полиграфических изданий. Иллюстрации, выполненные средствами растровой графики, редко создают вручную с помощью компьютерных программ. Чаще всего для этой цели используют отсканированные иллюстрации, подготовленные художниками, или фотографии. В последнее время для ввода растровых изображений в компьютер нашли широкое применение цифровые фото– и видеокамеры.</a:t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графических редакторов, предназначенных для работы с растровыми иллюстрациями, ориентированы не столько на создание изображений, сколько на их обработку. В Интернете пока применяются только растровые иллюстрации.</a:t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16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Векторный </a:t>
            </a:r>
            <a:r>
              <a:rPr lang="ru-RU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</a:t>
            </a: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метод представления изображения в виде совокупности отрезков и дуг и т. д. В данном случае вектор – это набор данных, характеризующих какой–либо объект.</a:t>
            </a:r>
            <a:b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Программные средства для работы с векторной графикой предназначены в первую очередь для создания иллюстраций и в меньшей степени для их обработки. Такие средства широко используют в рекламных агентствах, дизайнерских бюро, редакциях и издательствах. Оформительские работы, основанные на применении шрифтов и простейших геометрических элементов, решаются средствами векторной графики много проще.</a:t>
            </a:r>
            <a:r>
              <a:rPr lang="ru-RU" dirty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ru-RU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ru-RU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Звук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9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7734">
        <p14:window dir="vert"/>
      </p:transition>
    </mc:Choice>
    <mc:Fallback>
      <p:transition spd="slow" advTm="177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idx="1"/>
          </p:nvPr>
        </p:nvSpPr>
        <p:spPr>
          <a:xfrm>
            <a:off x="467544" y="4725144"/>
            <a:ext cx="8229600" cy="1728192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Программные средства для работы с векторной графикой предназначены в первую очередь для создания иллюстраций и в меньшей степени для их обработки. Такие средства широко используют в рекламных агентствах, дизайнерских бюро, редакциях и издательствах. Оформительские работы, основанные на применении шрифтов и простейших геометрических элементов, решаются средствами векторной графики много проще.</a:t>
            </a: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Сравнительная характеристика растровой и векторной графики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620688"/>
            <a:ext cx="8229600" cy="504056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Сравнительная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растровой и векторной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9693"/>
              </p:ext>
            </p:extLst>
          </p:nvPr>
        </p:nvGraphicFramePr>
        <p:xfrm>
          <a:off x="971601" y="980728"/>
          <a:ext cx="7272808" cy="367240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48271"/>
                <a:gridCol w="2184244"/>
                <a:gridCol w="2640293"/>
              </a:tblGrid>
              <a:tr h="315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/>
                        </a:rPr>
                        <a:t>Критерий сравнения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Растровая графика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Векторная графика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18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Способ представления изображения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Растровое изображение строится из множества пикселей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/>
                        </a:rPr>
                        <a:t>Векторное изображение описывается в виде последовательности команд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18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Представление объектов реального мира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Растровые рисунки эффективно используются для представления реальных образов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Векторная графика не позволяет получать изображения фотографического качества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18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Качество редактирования изображения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/>
                        </a:rPr>
                        <a:t>При масштабировании и вращении растровых картинок возникают искажения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Векторные изображения могут быть легко преобразованы без потери качества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13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Особенности печати изображения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</a:rPr>
                        <a:t>Растровые рисунки могут быть легко напечатаны на принтерах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/>
                        </a:rPr>
                        <a:t>Векторные рисунки иногда не печатаются или выглядят на бумаге не так, как хотелось бы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Звук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98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17734">
        <p14:flash/>
      </p:transition>
    </mc:Choice>
    <mc:Fallback>
      <p:transition spd="slow" advTm="177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86</TotalTime>
  <Words>591</Words>
  <Application>Microsoft Office PowerPoint</Application>
  <PresentationFormat>Экран (4:3)</PresentationFormat>
  <Paragraphs>37</Paragraphs>
  <Slides>10</Slides>
  <Notes>0</Notes>
  <HiddenSlides>0</HiddenSlides>
  <MMClips>10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Бумажная</vt:lpstr>
      <vt:lpstr>Презентация PowerPoint</vt:lpstr>
      <vt:lpstr>     Рассматриваемые вопросы: Определение и основные задачи компьютерной графики.  Области применения компьютерной графики.  История развития компьютерной графики.  Виды компьютерной графики. </vt:lpstr>
      <vt:lpstr>Презентация PowerPoint</vt:lpstr>
      <vt:lpstr>    Компьютерная (машинная) графика (COMPUTER GRAPHICS) воспроизводит изображение в случае, когда исходной является информация неизобразительной природы. Например, визуализация экспериментальных данных в виде графиков, гистограмм или диаграмм, вывод информации на экран компьютерных игр, синтез сцен на тренажерах. Компьютерная графика в настоящее время сформировалась как наука об аппаратном и программном обеспечении для разнообразных изображений от простых чертежей до реалистичных образов естественных объектов. Компьютерная графика используется почти во всех научных и инженерных дисциплинах для наглядности и восприятия, передачи информации. Применяется в медицине, рекламном бизнесе, индустрии развлечений и т. д. Без компьютерной графики не обходится ни одна современная программа. Работа над графикой занимает до 90% рабочего времени программистских коллективов, выпускающих программы массового применения. Конечным продуктом компьютерной графики является изображение. Это изображение может использоваться в различных сферах, например, оно может быть техническим чертежом, иллюстрацией с изображением детали в руководстве по эксплуатации, простой диаграммой, архитектурным видом предполагаемой конструкции или проектным заданием, рекламной иллюстрацией или кадром из мультфильма.   </vt:lpstr>
      <vt:lpstr>               Под компьютерной графикой обычно понимают автоматизацию процессов подготовки, преобразования, хранения и воспроизведения графической информации с помощью компьютера. Под графической информацией понимаются модели объектов и их изображения.  В случае, если пользователь может управлять характеристиками объектов, то говорят об интерактивной компьютерной графике, т.е. способность компь­ютерной системы создавать графику и вести диалог с человеком. В настоящее время почти любую программу можно считать системой интер­активной компьютерной графики. </vt:lpstr>
      <vt:lpstr> История  развития компьютерной (машинной) графики Компьютерная графика насчитывает в своем развитии не более десятка лет, а ее коммерческим приложениям – и того меньше. Андриес ван Дам считается одним из отцов компьютерной графики, а его книги – фундаментальными учебниками по всему спектру технологий, положенных в основу машинной графики. Также в этой области известен Айвэн Сазерленд, чья докторская диссертация явилась теоретической основой машинной графики.  До недавнего времени экспериментирование по использованию возможностей интерактивной машинной графики было привилегией лишь небольшому количеству специалистов, в основном ученые и инженеры, занимающиеся вопросами автоматизации проектирования, анализа данных и математического моделирования. Теперь же исследование реальных и воображаемых миров через «призму» компьютеров стало доступно гораздо более широкому кругу людей.  Такое изменение ситуации обусловлено несколькими причинами. Прежде всего, в результате резкого улучшения соотношения стоимость / производительность для некоторых компонент аппаратуры компьютеров. Кроме того, стандартное программное обеспечение высокого уровня для графики стало широкодоступным, что упрощает написание новых прикладных программ, переносимых с компьютеров одного типа на другие.  Следующая причина обусловлена влиянием, которое дисплеи оказывают на качество интерфейса – средства общения между человеком и машиной, – обеспечивая максимальные удобства для пользователя. Новые, удобные для пользователя системы построены в основном на подходе WYSIWYG (аббревиатура от английского выражения «What you see is what you get» – «Что видите, то и имеете»), в соответствии с которым изображение на экране должно быть как можно более похожим на то, которое в результате печатается.  </vt:lpstr>
      <vt:lpstr>  Области применения компьютерной графики Область применения компьютерной графики не ограничивается одними художественными эффектами. Во всех отраслях науки, техники, медицины, в коммерческой и управленческой деятельности используются построенные с помощью компьютера схемы, графики, диаграммы, предназначенные для наглядного отображения разнообразной информации. Конструкторы, разрабатывая новые модели автомобилей и самолетов, используют трехмерные графические объекты, чтобы представить окончательный вид изделия. Архитекторы создают на экране монитора объемное изображение здания, и это позволяет им увидеть, как оно впишется в ландшафт. Можно рассмотреть следующие области применения компьютерной графики. Научная графика Первые компьютеры использовались лишь для решения научных и производственных задач. Чтобы лучше понять полученные результаты, производили их графическую обработку, строили графики, диаграммы, чертежи рассчитанных конструкций. Первые графики на машине получали в режиме символьной печати. Затем появились специальные устройства – графопостроители (плоттеры) для вычерчивания чертежей и графиков чернильным пером на бумаге. Современная научная компьютерная графика дает возможность проводить вычислительные эксперименты с наглядным представлением их результатов. Деловая графика Деловая графика – область компьютерной графики, предназначенная для наглядного представления различных показателей работы учреждений. Плановые показатели, отчетная документация, статистические сводки – вот объекты, для которых с помощью деловой графики создаются иллюстративные материалы. Программные средства деловой графики включаются в состав электронных таблиц.  Конструкторская графика Конструкторская графика используется в работе инженеров–конструкторов, архитекторов, изобретателей новой техники. Этот вид компьютерной графики является обязательным элементом САПР (систем автоматизации проектирования). Средствами конструкторской графики можно получать как плоские изображения (проекции, сечения), так и пространственные трехмерные изображения.  </vt:lpstr>
      <vt:lpstr>  Иллюстративная графика Иллюстративная графика – это произвольное рисование и черчение на экране компьютера. Пакеты иллюстративной графики относятся к прикладному программному обеспечению общего назначения. Простейшие программные средства иллюстративной графики называются графическими редакторами.  Художественная и рекламная графика Художественная и рекламная графика – ставшая популярной во многом благодаря телевидению. С помощью компьютера создаются рекламные ролики, мультфильмы, компьютерные игры, видеоуроки, видеопрезентации. Графические пакеты для этих целей требуют больших ресурсов компьютера по быстродействию и памяти. Отличительной особенностью этих графических пакетов является возможность создания реалистических изображений и "движущихся картинок". Получение рисунков трехмерных объектов, их повороты, приближения, удаления, деформации связано с большим объемом вычислений. Передача освещенности объекта в зависимости от положения источника света, от расположения теней, от фактуры поверхности, требует расчетов, учитывающих законы оптики.  Одним из первых известных фильмов был фильм «Звездные войны». Он был создан с помощью суперкомпьютера Сгау. Этапы дальнейшего развития компьютерного кинематографа можно проследить по таким фильмам, как «Терминатор-2», «Вавилон 5», и др. До недавнего времени технологии компьютерной графики использовались для спецэффектов, создания изображений экзотических чудовищ, имитации стихийных бедствий и других элементов, которые являлись лишь фоном для игры живых актеров. В 2001 году вышел на экраны полнометражный кинофильм «Финальная фантазия», в котором все, включая изображения людей, синтезировано компьютером – живые актеры только озвучили роли за кадром.  Компьютерная анимация Компьютерная анимация – это получение движущихся изображений на экране дисплее. Художник создает на экране рисунке начального и конечного положения движущихся объектов, все промежуточные состояния рассчитывает и изображает компьютер, выполняя расчеты, опирающиеся на математическое описание данного вида движения. Полученные рисунки, выводимые последовательно на экран с определенной частотой, создают иллюзию движения. Мультимедиа – это объединение высококачественного изображения на экране компьютера со звуковым сопровождением. Наибольшее распространение системы мультимедиа получили в области обучения, рекламы, развлечений.  Графика для Интернета Появление глобальной сети Интернет привело к тому, что компьютерная графика стала занимать важное место в ней. Все больше совершенствуются способы передачи визуальной информации, разрабатываются более совершенные графические форматы, ощутимо желание использовать трехмерную графику, анимацию, весь спектр мультимедиа. </vt:lpstr>
      <vt:lpstr>                                            Виды компьютерной графики        Различают три вида компьютерной графики. Это растровая графика, векторная графика и фрактальная графика. Они отличаются принципами формирования изображения при отображении на экране монитора или при печати на бумаге.        Растровый метод – изображение представляется в виде набора окрашенных точек.    Растровую графику применяют при разработке электронных (мультимедийных) и полиграфических изданий. Иллюстрации, выполненные средствами растровой графики, редко создают вручную с помощью компьютерных программ. Чаще всего для этой цели используют отсканированные иллюстрации, подготовленные художниками, или фотографии. В последнее время для ввода растровых изображений в компьютер нашли широкое применение цифровые фото– и видеокамеры. Большинство графических редакторов, предназначенных для работы с растровыми иллюстрациями, ориентированы не столько на создание изображений, сколько на их обработку. В Интернете пока применяются только растровые иллюстрации.        Векторный метод – это метод представления изображения в виде совокупности отрезков и дуг и т. д. В данном случае вектор – это набор данных, характеризующих какой–либо объект. Программные средства для работы с векторной графикой предназначены в первую очередь для создания иллюстраций и в меньшей степени для их обработки. Такие средства широко используют в рекламных агентствах, дизайнерских бюро, редакциях и издательствах. Оформительские работы, основанные на применении шрифтов и простейших геометрических элементов, решаются средствами векторной графики много проще. </vt:lpstr>
      <vt:lpstr>  Сравнительная характеристика растровой и векторной графики  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9</cp:revision>
  <dcterms:created xsi:type="dcterms:W3CDTF">2015-03-26T08:14:44Z</dcterms:created>
  <dcterms:modified xsi:type="dcterms:W3CDTF">2015-03-26T09:40:46Z</dcterms:modified>
</cp:coreProperties>
</file>